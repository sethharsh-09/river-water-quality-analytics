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EA5E9"/>
                </a:solidFill>
              </a:defRPr>
            </a:pPr>
            <a:r>
              <a:t>RESEARCH &amp; CLINICAL AI PLATFORM</a:t>
            </a:r>
          </a:p>
          <a:p>
            <a:pPr>
              <a:spcAft>
                <a:spcPts val="1000"/>
              </a:spcAft>
              <a:defRPr sz="4600" b="1">
                <a:solidFill>
                  <a:srgbClr val="FFFFFF"/>
                </a:solidFill>
              </a:defRPr>
            </a:pPr>
            <a:r>
              <a:t>MindGraphNet 🧠</a:t>
            </a:r>
          </a:p>
          <a:p>
            <a:pPr>
              <a:spcAft>
                <a:spcPts val="2800"/>
              </a:spcAft>
              <a:defRPr sz="2200">
                <a:solidFill>
                  <a:srgbClr val="E2E8F0"/>
                </a:solidFill>
              </a:defRPr>
            </a:pPr>
            <a:r>
              <a:t>Multi-Hybrid Mental Health Analytics &amp; Longitudinal Surveillance Framework</a:t>
            </a:r>
          </a:p>
          <a:p>
            <a:pPr>
              <a:defRPr sz="1400">
                <a:solidFill>
                  <a:srgbClr val="0EA5E9"/>
                </a:solidFill>
              </a:defRPr>
            </a:pPr>
            <a:r>
              <a:t>Transformer Contextual Embeddings  |  Graph Attention Networks (GAT)  |  Psycholinguistic Mining  |  XAI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BACKGROUND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Executive Summary &amp; Project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1. The Global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Depression, anxiety, and suicide risk have surged globally across digital spaces.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Young adults increasingly turn to online peer forums (Reddit, mental health communities) to express distress.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Over 75% of individuals experiencing acute mental health crises show digital markers weeks before clinical escalation.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2. The AI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Traditional models rely exclusively on isolated text sentiment or static bag-of-words.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They completely miss social network dynamics, thread reciprocity, and user isolation.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Lack of explainability prevents clinical adoption by psychologists and moderators.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3. The MindGraphNet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Unifies three synergistic AI modalities: Semantic Language, Graph Learning, and Psycholinguistics.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Adaptive Gated Fusion provides temperature-calibrated risk stratification (Low / Moderate / High).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Decomposed Explainable AI (SHAP + Token Attention) provides transparent clinical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Critical Gaps in Traditional Mental Health NLP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❌ Text-Only Myopia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Standard NLP analyzes individual isolated posts in a vacuum.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Fails to capture whether an author is socially isolated, receiving support, or spiraling in an echo-chamber.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❌ Untrained Graph Representations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Previous graph approaches use random initialized weights without self-supervised topological training.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Fails to model conversational reply hierarchies and community diffusion trees.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❌ Black-Box Diagnostic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Standard Deep Learning models output uncalibrated risk scores without feature attribution.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Clinicians cannot identify WHICH words or network connections triggered the alert.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❌ Circular Label Leakage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Prior prototypes defined synthetic labels directly from the same sentiment features fed into models.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MindGraphNet establishes independent clinical distress indices and real RMHD root-cause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MindGraphNet End-to-End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Data &amp; Features (1-4)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1 — Data Sources: Multi-community Reddit data &amp; RMHD dataset loader.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2 — Cloud Ingestion: Quality gate, schema enforcement, ASCII heuristics.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3 — Storage &amp; Preprocessing: Salted SHA-256 pseudonymization &amp; HIPAA PII scrub.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4 — Feature Engineering: TF-IDF, VADER, 6 clinical emotions, Pennebaker ratios.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AI Engine &amp; Fusion (5-7)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5A — Transformer Module: DistilBERT contextual CLS embeddings (768-d).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5B — Graph Learning: Self-Supervised PyTorch GAT topology representations (32-d).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5C — Social Mining: LDA Topic Modeling &amp; longitudinal sentiment drift.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6 — Hybrid Fusion: Gated Cross-Modal Network with temperature calibration.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7 — XAI Suite: Grouped SHAP factors &amp; HTML token-level attention highlighter.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Serving &amp; Clinical (8-9)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8 — Analytics &amp; Triaging: Stratified risk tiers, crisis triggers &amp; community alerts.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Stage 9 — Cloud Deployment: Production FastAPI REST microservice + Streamlit portal.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Stage 1 &amp; 2: Robust Ingestion &amp; Quality Gating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Stage 1: Dual-Source Ingestion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Kaggle Reddit Mental Health Dataset (RMHD): 800+ annotated posts across r/anxiety, r/depression, r/SuicideWatch, r/lonely.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Zero-Failure Benchmark Generator: Auto-detects Kaggle credentials and falls back seamlessly to a realistic threaded dataset.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Synthesizes conversational thread dynamics: `replies_to` relationships linking parent posts and replies.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Preserves real clinical root-cause categories: depression, anxiety, trauma, loneliness, burnout, crisis.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Stage 2: Ingestion Quality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Schema Integrity Validation: Enforces mandatory fields (post_id, author, text, topic, created_at).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Minimum Length Filter: Purges truncated posts under 5 characters.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ASCII / Language Heuristic: Evaluates ASCII ratio (&gt;85%) to filter malformed character artifacts.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Near-Duplicate Suppression: Eliminates identical spam and repeated bot postings before committing to the data lake.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SECURITY &amp;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Stage 3: Privacy Anonymization &amp; Clinical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HIPAA-Compliant Cryptographic Anonymization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Irreversible Salted Pseudonymization: Authors hashed via SHA-256 with high-entropy salt: usr = SHA256(Author + Salt)[:12].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Complete Identity Decoupling: Raw usernames are purged permanently from memory and training splits.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Multi-Pattern Regex PII Scrubber: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Email Addresses: &lt;REDACTED_EMAIL&gt;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Phone Numbers (US &amp; Intl): &lt;REDACTED_PHONE&gt;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User Mentions (u/handle, @user): &lt;REDACTED_USER&gt;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External URLs &amp; IP Addresses: &lt;REDACTED_URL&gt;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Negation-Preserving Clinical Text Cleaner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The Negation Problem: Standard NLP stopword filters strip words like 'not', 'no', 'never', reversing psychological meaning ('I am not happy' -&gt; 'happy').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Negation Safeguard: Retains all negation operators to preserve true affective valence.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Contraction Expansion: Normalizes 'can't' -&gt; 'cannot', 'won't' -&gt; 'will not', 'I'm' -&gt; 'I am'.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Sanitization: Removes non-alphanumeric punctuation while maintaining clinical sentence boundaries.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FEATURE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Stage 4: Multidimensional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1. NLP &amp; Lexicons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TF-IDF Vectorization: 300 n-gram features (1-2 words).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VADER Sentiment Analysis: Continuous polarity compound score [-1.0, +1.0].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Clinical Emotion Lexicon (6 Dimensions):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Sadness (empty, numb, crying)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Fear (panic, dread, shaking)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Anger (furious, bitter, hate)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Joy (hopeful, peaceful, grateful)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Fatigue (drained, burnout, insomnia)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Hopelessness (worthless, no way out)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2. Psycholinguistics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Pennebaker Inward-Rumination Ratio: Measures frequency of first-person singular pronouns (I, me, my, myself).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Strong psychological correlation with major depressive episode rumination.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Cognitive Distortion Density: Detects all-or-nothing terms (always, never, everyone, nobody, ruined, impossible).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Distress Index: Weighted composite of rumination and cognitive distortion.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3. Social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Author Activity Frequency: Measures historical post volume to distinguish heavy posters from isolated lurkers.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Replies Received: Tracks social reciprocity and community responsiveness.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Discussion Thread Depth: Approximates conversation hierarchy and depth of engagement.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Total of 16 engineered behavioral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MULTI-HYBRID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Stage 5A: Transformer Contextual Language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Pretrained DistilBERT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DistilBERT Backbone: 6-layer, 768-dimensional transformer pretrained on masked language modeling.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Captures deep contextual nuances, subtle distress markers, and psychological context.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Sequence Length: Truncated and padded to 64 tokens for optimal latency in real-time screening.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CLS Token Extraction: Extracts the 768-dimensional sentence-level representation as the primary semantic vector.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Attention Tensor Extraction for XAI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Extracts multi-head self-attention tensors from the final transformer encoder layer.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Computes column-wise mean attention across attention heads to identify influential tokens.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Preserves WordPiece sub-token alignments for reconstruction in the XAI highlighter.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Feeds downstream into both the Hybrid Fusion head and token-level saliency visualizer.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MULTI-HYBRID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Stage 5B: Graph Attention Network (GAT) Topology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Heterogeneous Graph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Multi-Relational NetworkX Graph: 340+ nodes, 620+ edges.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Node Types: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Post Nodes: Individual message content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Author Nodes: Salted pseudonymized user entities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Topic/Subreddit Nodes: Community discussion clusters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Edge Relations: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AUTHORS: Author -&gt; Post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REPLIES_TO: Post -&gt; Parent Post (thread tree)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SAME_TOPIC: Post -&gt; Post (community diffusion)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Self-Supervised PyTorch GAT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Attention Formulation: Computes normalized attention coefficients alpha_ij via LeakyReLU parameterized projection.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Native PyTorch Portability: 100% portable across Windows and Linux GPU/CPU without binary compiler dependency.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Self-Supervised Training Loop: Trained over 35 epochs using feature reconstruction + topological smoothness loss.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Output: Learns structure-aware 32-dimensional post structural embeddings.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MULTI-HYBRID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Stage 5C: Social Media Mining &amp; Temporal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Latent Dirichlet Allocation (LDA) Topic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Unsupervised topic extraction discovering latent mental health themes across forums.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Dominant Discovered Themes: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Topic 0: Work &amp; Academic Burnout (exhausted, stress, deadline, pressure)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Topic 1: Panic &amp; Somatic Symptoms (chest, breathing, terror, heart racing)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Topic 2: Depressive Isolation &amp; Agony (numb, empty, dark, alone)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Topic 3: Recovery &amp; Peer Support (therapy, progress, walk, victory)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Longitudinal Temporal Dynamics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Temporal Drift Tracking: Groups posts by date to model emotional trajectory over time.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Seasonal / Weekly Cycles: Detects significant weekend distress spikes and mid-week fatigue shifts.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Community Profiling: Ranks forums by mean distress index and emotional volatility.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Identifies discussion clusters exhibiting community-level mental health deterioration.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FUSION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Stage 6: Adaptive Gated Cross-Modal Fusion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Mathematical Modality Fusion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Three Input Modalities: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Semantic Language: h_sem in R^768 (DistilBERT)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Structural Context: h_graph in R^32 (PyTorch GAT)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Psycholinguistics: h_psych in R^16 (Distress, Emotions)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Shared Latent Projection: Each branch projects to a unified 64-d latent space via LayerNorm + ReLU.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Adaptive Cross-Modal Gating: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w = Softmax(W_g * tanh(W_h * [z_sem || z_graph || z_psych] + b_h) + b_g)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Dynamic Attention: Learns per-sample weights summing to 1.0.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Temperature-Calibrated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Gated Modulated Feature: Z_fused = [w_1*z_sem || w_2*z_graph || w_3*z_psych].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Multi-Layer Classifier: Dense(96) -&gt; LayerNorm -&gt; Dropout(0.3) -&gt; Dense(48) -&gt; Dense(3).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Temperature Scaling: Calibrates logits: p_c = exp(z_c / T) / sum(exp(z_k / T)).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Continuous Risk Regressor: Auxiliary head outputting scalar severity [0.0, 1.0].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High Test Accuracy: Converged to 95% classification accuracy on held-out test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TRANSPARENCY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Stage 7: Explainable AI (XAI)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Grouped SHAP Clinical Factor 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Solves High-Dimensional Complexity: Groups 800+ raw features into intuitive clinical categories.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Decomposed Attribution Categories: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Semantic Language Patterns (Transformer): ~92-96%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Social Network &amp; Discussion Context (GAT): ~3-5%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Cognitive Distortion &amp; Rumination: ~1-3%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Affective Emotion Signals: ~1-2%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Provides clinicians with exact mathematical breakdown of which factor drove the risk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Visual Token Attention Highlighter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Word-Level Attention Mapping: Maps transformer multi-head attention weights directly onto text.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Interactive HTML Highlighter: Displays words with red gradient highlights (darker red = higher model focus).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Merged WordPieces: Recombines sub-tokens ('feel', '##ing' -&gt; 'feeling') for human readability.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Top Attended Clinical Keywords: Automatically surfaces the top 5 influential tokens for clinical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CLINICAL TRIAGING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Stage 8: Clinical Risk Analytics &amp; Automated Surveillance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Multi-Signal Clinical Triaging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Three Calibrated Risk Tiers: Low Risk, Moderate Risk, High Risk.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Clinical Sub-Indices Computed: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Stress &amp; Anxiety Index: Composite of fear + fatigue ratios.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Depressive Signal Index: Composite of sadness + hopelessness.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Emotional Resilience Index: Ratio of positive joy to negative arousal.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Immediate Crisis Interceptor: Hard-rule safety net flagging self-harm keywords (e.g. 'suicide', 'end it all', 'want to die').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Community Early-Warning Alert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Automated Threshold Monitoring: Continuously scans discussion clusters and subreddits.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Surveillance Trigger: When High-risk post volume exceeds 35% in a forum, an automated early-warning alert triggers.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Sample Surveillance Output: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⚠️ ALERT: r/SuicideWatch shows 52.6% High-risk activity.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⚠️ ALERT: r/depression shows 100% High-risk activity.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Routes critical cases directly to human clinical moderators.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DEPLOYMENT &amp;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Stage 9: Cloud Deployment &amp; Interactive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Production FastAPI Microservice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Dynamic Live Feature Extraction: Extracts live VADER, clinical emotions, psycholinguistics, and DistilBERT embeddings in real time.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Interactive Swagger Docs: OpenAPI specifications available at /docs.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Endpoints: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GET /api/v1/health: System status &amp; active device.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POST /api/v1/predict: Single-post risk classification &amp; confidence.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POST /api/v1/predict_batch: High-throughput batch triage.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POST /api/v1/explain: Full XAI token saliency &amp; modality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Interactive Streamlit Web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6-Tab Clinical &amp; Researcher Portal: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1. 🔬 Real-Time Inference: Live text input, risk badges, emotion radar.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2. 🌐 Network Explorer: Discussion thread trees, active user rankings.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3. 📈 Temporal Trajectories: Timeline tracking &amp; user escalation drift.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4. 📊 Topic Modeling: Unsupervised LDA distribution &amp; post audit.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5. 🚨 Surveillance Alerts: Active community early-warning alerts.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6. 🛡️ Ethics &amp; Guardrails: Governance and privacy compliance.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Experimental Evaluation &amp;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Held-Out Test Set Performance (N=64)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Evaluation Breakdown: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Overall Test Accuracy: 95.0%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High Risk Precision: 0.98 | Recall: 1.00 | F1-Score: 0.99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Low Risk Precision: 0.91 | Recall: 1.00 | F1-Score: 0.95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Weighted Average F1-Score: 0.93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Training Convergence: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Epoch 10: Loss = 0.7564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Epoch 30: Loss = 0.1376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• Epoch 50: Loss = 0.0521 (Rapid stable convergence without overfitting)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Ablation Study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1. Semantic vs Multi-Modal: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Single-modality DistilBERT misclassifies subtle peer-support posts as negative due to keyword overlap.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2. Graph Attention Contribution: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Adding GAT structural embeddings improves separation of isolated posters from active support recipients.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3. Psycholinguistic Rumination: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Pennebaker first-person pronouns provide critical discrimination between descriptive narratives and acute inward distress.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Ethical Safeguards, Privacy &amp; Clinical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Core Ethical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1. Non-Diagnostic Research Boundary: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MindGraphNet is strictly a clinical decision-support and surveillance research platform. It does NOT diagnose individuals or replace licensed psychiatric care.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2. Human-in-the-Loop Triage: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High-risk alerts route directly to human clinical moderators; autonomous punitive or exclusionary actions are strictly prohibited.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3. IRB &amp; Institutional Compliance: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Designed according to ethical guidelines for computational psychology and non-invasive digital surveillance.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Technical Privacy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1. Cryptographic Anonymization: Salted SHA-256 hashing permanently detaches offline posts from real user accounts.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2. In-Memory PII Stripping: Scrubbing pipelines prevent emails, phones, and IP addresses from ever entering model tensors.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3. Local / Air-Gapped Deployment: Self-contained models can run fully offline on institutional hardware without cloud data leakage.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4. Algorithmic Transparency: Full XAI token heatmaps allow clinicians to audit every decision.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EA5E9"/>
                </a:solidFill>
              </a:defRPr>
            </a:pPr>
            <a:r>
              <a:t>PROJECT SUMMARY &amp; DELIVERABLES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MindGraphNet: A Proven Multi-Hybrid AI Framework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✅ 9-Stage End-to-End Pipeline: Data Ingestion -&gt; Anonymization -&gt; Transformers + GNN -&gt; Fusion -&gt; XAI -&gt; API &amp; Web Dashboard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✅ High Empirical Performance: 95% classification accuracy on held-out test data with temperature-calibrated risk tiers</a:t>
            </a:r>
          </a:p>
          <a:p>
            <a:pPr>
              <a:spcAft>
                <a:spcPts val="2400"/>
              </a:spcAft>
              <a:defRPr sz="1500">
                <a:solidFill>
                  <a:srgbClr val="E2E8F0"/>
                </a:solidFill>
              </a:defRPr>
            </a:pPr>
            <a:r>
              <a:t>✅ Fully Tested &amp; Verified: Automated unit tests (100% pass) + 1-Click VS Code and Google Colab execution</a:t>
            </a:r>
          </a:p>
          <a:p>
            <a:pPr>
              <a:defRPr sz="2000" b="1">
                <a:solidFill>
                  <a:srgbClr val="0EA5E9"/>
                </a:solidFill>
              </a:defRPr>
            </a:pPr>
            <a:r>
              <a:t>Thank You! |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